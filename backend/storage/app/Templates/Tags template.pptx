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E2E"/>
    <a:srgbClr val="FB9D01"/>
    <a:srgbClr val="363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71" autoAdjust="0"/>
    <p:restoredTop sz="94660"/>
  </p:normalViewPr>
  <p:slideViewPr>
    <p:cSldViewPr snapToGrid="0">
      <p:cViewPr varScale="1">
        <p:scale>
          <a:sx n="45" d="100"/>
          <a:sy n="45" d="100"/>
        </p:scale>
        <p:origin x="20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309B4-38A1-4E09-8C30-663C85214DDB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52EFF-14B3-4F83-A00D-E9AE977A27CB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2355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1pPr>
    <a:lvl2pPr marL="653476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2pPr>
    <a:lvl3pPr marL="1306952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3pPr>
    <a:lvl4pPr marL="1960428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4pPr>
    <a:lvl5pPr marL="2613904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5pPr>
    <a:lvl6pPr marL="3267380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6pPr>
    <a:lvl7pPr marL="3920856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7pPr>
    <a:lvl8pPr marL="4574332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8pPr>
    <a:lvl9pPr marL="5227808" algn="l" defTabSz="1306952" rtl="0" eaLnBrk="1" latinLnBrk="0" hangingPunct="1">
      <a:defRPr sz="17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4169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29060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2416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9588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5250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8842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1082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60753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6460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0484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962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6CA5D-EE84-4C01-B57D-41C38433FB48}" type="datetimeFigureOut">
              <a:rPr lang="fr-MA" smtClean="0"/>
              <a:t>14/03/2026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D0CB6-6EF0-421E-8413-0B9DEDCAC779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9194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F70B3B-9BFB-ACCF-709C-C45D8E7A847C}"/>
              </a:ext>
            </a:extLst>
          </p:cNvPr>
          <p:cNvSpPr/>
          <p:nvPr/>
        </p:nvSpPr>
        <p:spPr>
          <a:xfrm>
            <a:off x="28577" y="37021"/>
            <a:ext cx="6800846" cy="1899535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1021A0-C41E-873F-70C4-6FE01FC3462C}"/>
              </a:ext>
            </a:extLst>
          </p:cNvPr>
          <p:cNvCxnSpPr>
            <a:cxnSpLocks/>
          </p:cNvCxnSpPr>
          <p:nvPr/>
        </p:nvCxnSpPr>
        <p:spPr>
          <a:xfrm>
            <a:off x="-158115" y="1981199"/>
            <a:ext cx="72199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3896362-5223-27F2-E1D3-FC785E2DA51C}"/>
              </a:ext>
            </a:extLst>
          </p:cNvPr>
          <p:cNvSpPr/>
          <p:nvPr/>
        </p:nvSpPr>
        <p:spPr>
          <a:xfrm>
            <a:off x="1936644" y="257863"/>
            <a:ext cx="1382318" cy="145785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3623" dirty="0">
              <a:solidFill>
                <a:srgbClr val="363739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C6DDBD-DEF9-2104-A67E-CBF780A5176D}"/>
              </a:ext>
            </a:extLst>
          </p:cNvPr>
          <p:cNvSpPr/>
          <p:nvPr/>
        </p:nvSpPr>
        <p:spPr>
          <a:xfrm>
            <a:off x="385329" y="700306"/>
            <a:ext cx="548640" cy="5729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B51E2E"/>
              </a:solidFill>
            </a:endParaRPr>
          </a:p>
        </p:txBody>
      </p:sp>
      <p:sp>
        <p:nvSpPr>
          <p:cNvPr id="30" name="name">
            <a:extLst>
              <a:ext uri="{FF2B5EF4-FFF2-40B4-BE49-F238E27FC236}">
                <a16:creationId xmlns:a16="http://schemas.microsoft.com/office/drawing/2014/main" id="{941DF2F7-4B5B-8D28-01C6-C4CB386D4BBF}"/>
              </a:ext>
            </a:extLst>
          </p:cNvPr>
          <p:cNvSpPr/>
          <p:nvPr/>
        </p:nvSpPr>
        <p:spPr>
          <a:xfrm>
            <a:off x="3429000" y="281162"/>
            <a:ext cx="3294292" cy="1411255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fr-MA" sz="1050" b="1" i="1" u="sng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Nom du produit </a:t>
            </a:r>
            <a:endParaRPr lang="ar-MA" sz="1050" b="1" i="1" u="sng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  <a:p>
            <a:pPr algn="ctr"/>
            <a:endParaRPr lang="fr-MA" sz="2816" b="1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2E45F66F-76BE-943E-2379-884E8378D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6500" y="1089102"/>
            <a:ext cx="785125" cy="785125"/>
          </a:xfrm>
          <a:prstGeom prst="rect">
            <a:avLst/>
          </a:prstGeom>
        </p:spPr>
      </p:pic>
      <p:sp>
        <p:nvSpPr>
          <p:cNvPr id="82" name="Product name">
            <a:extLst>
              <a:ext uri="{FF2B5EF4-FFF2-40B4-BE49-F238E27FC236}">
                <a16:creationId xmlns:a16="http://schemas.microsoft.com/office/drawing/2014/main" id="{B7422D20-B02B-7975-CD06-10B8FF14BD9A}"/>
              </a:ext>
            </a:extLst>
          </p:cNvPr>
          <p:cNvSpPr txBox="1"/>
          <p:nvPr/>
        </p:nvSpPr>
        <p:spPr>
          <a:xfrm rot="16200000">
            <a:off x="806730" y="254149"/>
            <a:ext cx="13579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ATTENTION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PRODUIT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CHIMIQUE</a:t>
            </a:r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C52F9085-8B91-C9DC-9D25-CCFE07C6120F}"/>
              </a:ext>
            </a:extLst>
          </p:cNvPr>
          <p:cNvSpPr/>
          <p:nvPr/>
        </p:nvSpPr>
        <p:spPr>
          <a:xfrm>
            <a:off x="28577" y="2027564"/>
            <a:ext cx="6800846" cy="1899535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6219CF4-B59B-1F14-5415-415B07466761}"/>
              </a:ext>
            </a:extLst>
          </p:cNvPr>
          <p:cNvCxnSpPr>
            <a:cxnSpLocks/>
          </p:cNvCxnSpPr>
          <p:nvPr/>
        </p:nvCxnSpPr>
        <p:spPr>
          <a:xfrm>
            <a:off x="-158115" y="3971742"/>
            <a:ext cx="72199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23D4AD4-E1B9-CACF-E3C9-583F5E268EF6}"/>
              </a:ext>
            </a:extLst>
          </p:cNvPr>
          <p:cNvSpPr/>
          <p:nvPr/>
        </p:nvSpPr>
        <p:spPr>
          <a:xfrm>
            <a:off x="1936644" y="2248406"/>
            <a:ext cx="1382318" cy="145785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3623" dirty="0">
              <a:solidFill>
                <a:srgbClr val="363739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F29D8BF-941E-7B88-F0B4-543446F8209D}"/>
              </a:ext>
            </a:extLst>
          </p:cNvPr>
          <p:cNvSpPr/>
          <p:nvPr/>
        </p:nvSpPr>
        <p:spPr>
          <a:xfrm>
            <a:off x="385329" y="2690849"/>
            <a:ext cx="548640" cy="5729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B51E2E"/>
              </a:solidFill>
            </a:endParaRPr>
          </a:p>
        </p:txBody>
      </p:sp>
      <p:sp>
        <p:nvSpPr>
          <p:cNvPr id="98" name="name">
            <a:extLst>
              <a:ext uri="{FF2B5EF4-FFF2-40B4-BE49-F238E27FC236}">
                <a16:creationId xmlns:a16="http://schemas.microsoft.com/office/drawing/2014/main" id="{E7183BD3-AD07-A624-E7ED-11C15EE85E0C}"/>
              </a:ext>
            </a:extLst>
          </p:cNvPr>
          <p:cNvSpPr/>
          <p:nvPr/>
        </p:nvSpPr>
        <p:spPr>
          <a:xfrm>
            <a:off x="3429000" y="2271705"/>
            <a:ext cx="3294292" cy="1411255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fr-MA" sz="1050" b="1" i="1" u="sng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Nom du produit </a:t>
            </a:r>
            <a:endParaRPr lang="ar-MA" sz="1050" b="1" i="1" u="sng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  <a:p>
            <a:pPr algn="ctr"/>
            <a:endParaRPr lang="fr-MA" sz="2816" b="1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AD83E68-B6BB-20E8-EDA9-4DC343D1E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6500" y="3079645"/>
            <a:ext cx="785125" cy="785125"/>
          </a:xfrm>
          <a:prstGeom prst="rect">
            <a:avLst/>
          </a:prstGeom>
        </p:spPr>
      </p:pic>
      <p:sp>
        <p:nvSpPr>
          <p:cNvPr id="102" name="Product name">
            <a:extLst>
              <a:ext uri="{FF2B5EF4-FFF2-40B4-BE49-F238E27FC236}">
                <a16:creationId xmlns:a16="http://schemas.microsoft.com/office/drawing/2014/main" id="{923C7577-B421-359B-8542-BE5A06B1E080}"/>
              </a:ext>
            </a:extLst>
          </p:cNvPr>
          <p:cNvSpPr txBox="1"/>
          <p:nvPr/>
        </p:nvSpPr>
        <p:spPr>
          <a:xfrm rot="16200000">
            <a:off x="806730" y="2244692"/>
            <a:ext cx="13579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ATTENTION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PRODUIT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CHIMIQUE</a:t>
            </a: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72CB5B56-4B71-C7CF-5E01-3D6B0A6BB27E}"/>
              </a:ext>
            </a:extLst>
          </p:cNvPr>
          <p:cNvSpPr/>
          <p:nvPr/>
        </p:nvSpPr>
        <p:spPr>
          <a:xfrm>
            <a:off x="28577" y="4015111"/>
            <a:ext cx="6800846" cy="1899535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B00F55E-7106-2F3B-24C0-D66F59BCA1A4}"/>
              </a:ext>
            </a:extLst>
          </p:cNvPr>
          <p:cNvCxnSpPr>
            <a:cxnSpLocks/>
          </p:cNvCxnSpPr>
          <p:nvPr/>
        </p:nvCxnSpPr>
        <p:spPr>
          <a:xfrm>
            <a:off x="-158115" y="5959289"/>
            <a:ext cx="72199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4AAD3533-FDD7-2040-2CA2-D17922660042}"/>
              </a:ext>
            </a:extLst>
          </p:cNvPr>
          <p:cNvSpPr/>
          <p:nvPr/>
        </p:nvSpPr>
        <p:spPr>
          <a:xfrm>
            <a:off x="1936644" y="4235953"/>
            <a:ext cx="1382318" cy="145785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3623" dirty="0">
              <a:solidFill>
                <a:srgbClr val="363739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532D47A-B84D-36B5-D709-C5FA45B0BC09}"/>
              </a:ext>
            </a:extLst>
          </p:cNvPr>
          <p:cNvSpPr/>
          <p:nvPr/>
        </p:nvSpPr>
        <p:spPr>
          <a:xfrm>
            <a:off x="385329" y="4678396"/>
            <a:ext cx="548640" cy="5729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B51E2E"/>
              </a:solidFill>
            </a:endParaRPr>
          </a:p>
        </p:txBody>
      </p:sp>
      <p:sp>
        <p:nvSpPr>
          <p:cNvPr id="108" name="name">
            <a:extLst>
              <a:ext uri="{FF2B5EF4-FFF2-40B4-BE49-F238E27FC236}">
                <a16:creationId xmlns:a16="http://schemas.microsoft.com/office/drawing/2014/main" id="{2CF6E89D-7195-F4BE-5462-E0A9ACCFCE48}"/>
              </a:ext>
            </a:extLst>
          </p:cNvPr>
          <p:cNvSpPr/>
          <p:nvPr/>
        </p:nvSpPr>
        <p:spPr>
          <a:xfrm>
            <a:off x="3429000" y="4259252"/>
            <a:ext cx="3294292" cy="1411255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fr-MA" sz="1050" b="1" i="1" u="sng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Nom du produit </a:t>
            </a:r>
            <a:endParaRPr lang="ar-MA" sz="1050" b="1" i="1" u="sng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  <a:p>
            <a:pPr algn="ctr"/>
            <a:endParaRPr lang="fr-MA" sz="2816" b="1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13C18790-345C-00F5-613A-4037FAB0D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6500" y="5067192"/>
            <a:ext cx="785125" cy="785125"/>
          </a:xfrm>
          <a:prstGeom prst="rect">
            <a:avLst/>
          </a:prstGeom>
        </p:spPr>
      </p:pic>
      <p:sp>
        <p:nvSpPr>
          <p:cNvPr id="112" name="Product name">
            <a:extLst>
              <a:ext uri="{FF2B5EF4-FFF2-40B4-BE49-F238E27FC236}">
                <a16:creationId xmlns:a16="http://schemas.microsoft.com/office/drawing/2014/main" id="{62522A7F-528E-0EE2-B65B-3359D2B5A937}"/>
              </a:ext>
            </a:extLst>
          </p:cNvPr>
          <p:cNvSpPr txBox="1"/>
          <p:nvPr/>
        </p:nvSpPr>
        <p:spPr>
          <a:xfrm rot="16200000">
            <a:off x="806730" y="4232239"/>
            <a:ext cx="13579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ATTENTION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PRODUIT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CHIMIQUE</a:t>
            </a:r>
          </a:p>
        </p:txBody>
      </p:sp>
      <p:sp>
        <p:nvSpPr>
          <p:cNvPr id="113" name="Rectangle 3">
            <a:extLst>
              <a:ext uri="{FF2B5EF4-FFF2-40B4-BE49-F238E27FC236}">
                <a16:creationId xmlns:a16="http://schemas.microsoft.com/office/drawing/2014/main" id="{EA66D881-38C9-B76C-4C3D-5DC906054245}"/>
              </a:ext>
            </a:extLst>
          </p:cNvPr>
          <p:cNvSpPr/>
          <p:nvPr/>
        </p:nvSpPr>
        <p:spPr>
          <a:xfrm>
            <a:off x="28577" y="6005654"/>
            <a:ext cx="6800846" cy="1899535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4DD9942-3A01-E4A5-F536-DEBD4429DC70}"/>
              </a:ext>
            </a:extLst>
          </p:cNvPr>
          <p:cNvCxnSpPr>
            <a:cxnSpLocks/>
          </p:cNvCxnSpPr>
          <p:nvPr/>
        </p:nvCxnSpPr>
        <p:spPr>
          <a:xfrm>
            <a:off x="-158115" y="7949832"/>
            <a:ext cx="72199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F202879-EF71-82E0-150F-C2066A77387B}"/>
              </a:ext>
            </a:extLst>
          </p:cNvPr>
          <p:cNvSpPr/>
          <p:nvPr/>
        </p:nvSpPr>
        <p:spPr>
          <a:xfrm>
            <a:off x="1936644" y="6226496"/>
            <a:ext cx="1382318" cy="145785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3623" dirty="0">
              <a:solidFill>
                <a:srgbClr val="363739"/>
              </a:solidFill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F30898B-BD33-D36E-E21F-88C48A61164F}"/>
              </a:ext>
            </a:extLst>
          </p:cNvPr>
          <p:cNvSpPr/>
          <p:nvPr/>
        </p:nvSpPr>
        <p:spPr>
          <a:xfrm>
            <a:off x="385329" y="6668939"/>
            <a:ext cx="548640" cy="5729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B51E2E"/>
              </a:solidFill>
            </a:endParaRPr>
          </a:p>
        </p:txBody>
      </p:sp>
      <p:sp>
        <p:nvSpPr>
          <p:cNvPr id="118" name="name">
            <a:extLst>
              <a:ext uri="{FF2B5EF4-FFF2-40B4-BE49-F238E27FC236}">
                <a16:creationId xmlns:a16="http://schemas.microsoft.com/office/drawing/2014/main" id="{44EA7062-D81B-C928-F11D-7EA61922C9E7}"/>
              </a:ext>
            </a:extLst>
          </p:cNvPr>
          <p:cNvSpPr/>
          <p:nvPr/>
        </p:nvSpPr>
        <p:spPr>
          <a:xfrm>
            <a:off x="3429000" y="6249795"/>
            <a:ext cx="3294292" cy="1411255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fr-MA" sz="1050" b="1" i="1" u="sng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Nom du produit </a:t>
            </a:r>
            <a:endParaRPr lang="ar-MA" sz="1050" b="1" i="1" u="sng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  <a:p>
            <a:pPr algn="ctr"/>
            <a:endParaRPr lang="fr-MA" sz="2816" b="1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05BA2AA3-CFD2-5A41-634B-F42F0713C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6500" y="7057735"/>
            <a:ext cx="785125" cy="785125"/>
          </a:xfrm>
          <a:prstGeom prst="rect">
            <a:avLst/>
          </a:prstGeom>
        </p:spPr>
      </p:pic>
      <p:sp>
        <p:nvSpPr>
          <p:cNvPr id="122" name="Product name">
            <a:extLst>
              <a:ext uri="{FF2B5EF4-FFF2-40B4-BE49-F238E27FC236}">
                <a16:creationId xmlns:a16="http://schemas.microsoft.com/office/drawing/2014/main" id="{A28D9ECA-DEB6-A61E-BB15-D168DC75AAD4}"/>
              </a:ext>
            </a:extLst>
          </p:cNvPr>
          <p:cNvSpPr txBox="1"/>
          <p:nvPr/>
        </p:nvSpPr>
        <p:spPr>
          <a:xfrm rot="16200000">
            <a:off x="806730" y="6222782"/>
            <a:ext cx="13579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ATTENTION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PRODUIT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CHIMIQUE</a:t>
            </a:r>
          </a:p>
        </p:txBody>
      </p:sp>
      <p:sp>
        <p:nvSpPr>
          <p:cNvPr id="123" name="Rectangle 3">
            <a:extLst>
              <a:ext uri="{FF2B5EF4-FFF2-40B4-BE49-F238E27FC236}">
                <a16:creationId xmlns:a16="http://schemas.microsoft.com/office/drawing/2014/main" id="{5017ACCB-CA71-B6A5-90B4-E08454D2B86D}"/>
              </a:ext>
            </a:extLst>
          </p:cNvPr>
          <p:cNvSpPr/>
          <p:nvPr/>
        </p:nvSpPr>
        <p:spPr>
          <a:xfrm>
            <a:off x="28577" y="7988059"/>
            <a:ext cx="6800846" cy="1880920"/>
          </a:xfrm>
          <a:prstGeom prst="roundRect">
            <a:avLst>
              <a:gd name="adj" fmla="val 726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FD5D8F2-6F25-1E65-46AB-A5823EF822B4}"/>
              </a:ext>
            </a:extLst>
          </p:cNvPr>
          <p:cNvSpPr/>
          <p:nvPr/>
        </p:nvSpPr>
        <p:spPr>
          <a:xfrm>
            <a:off x="1936644" y="8208900"/>
            <a:ext cx="1382318" cy="145785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3623" dirty="0">
              <a:solidFill>
                <a:srgbClr val="363739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41FD382E-39CE-93FC-1FF3-A6A00B2DAA4B}"/>
              </a:ext>
            </a:extLst>
          </p:cNvPr>
          <p:cNvSpPr/>
          <p:nvPr/>
        </p:nvSpPr>
        <p:spPr>
          <a:xfrm>
            <a:off x="385329" y="8651343"/>
            <a:ext cx="548640" cy="5729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B51E2E"/>
              </a:solidFill>
            </a:endParaRPr>
          </a:p>
        </p:txBody>
      </p:sp>
      <p:sp>
        <p:nvSpPr>
          <p:cNvPr id="128" name="name">
            <a:extLst>
              <a:ext uri="{FF2B5EF4-FFF2-40B4-BE49-F238E27FC236}">
                <a16:creationId xmlns:a16="http://schemas.microsoft.com/office/drawing/2014/main" id="{4F75090F-3D55-600A-B35D-88BE25A6EA14}"/>
              </a:ext>
            </a:extLst>
          </p:cNvPr>
          <p:cNvSpPr/>
          <p:nvPr/>
        </p:nvSpPr>
        <p:spPr>
          <a:xfrm>
            <a:off x="3429000" y="8232199"/>
            <a:ext cx="3294292" cy="1411255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fr-MA" sz="1050" b="1" i="1" u="sng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Nom du produit </a:t>
            </a:r>
            <a:endParaRPr lang="ar-MA" sz="1050" b="1" i="1" u="sng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  <a:p>
            <a:pPr algn="ctr"/>
            <a:endParaRPr lang="fr-MA" sz="2816" b="1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grpSp>
        <p:nvGrpSpPr>
          <p:cNvPr id="136" name="Group qr">
            <a:extLst>
              <a:ext uri="{FF2B5EF4-FFF2-40B4-BE49-F238E27FC236}">
                <a16:creationId xmlns:a16="http://schemas.microsoft.com/office/drawing/2014/main" id="{FB8B6004-AFEA-06AB-ECC4-7A0CEBFA1794}"/>
              </a:ext>
            </a:extLst>
          </p:cNvPr>
          <p:cNvGrpSpPr/>
          <p:nvPr/>
        </p:nvGrpSpPr>
        <p:grpSpPr>
          <a:xfrm>
            <a:off x="1977066" y="296279"/>
            <a:ext cx="1301472" cy="9332060"/>
            <a:chOff x="1977066" y="296279"/>
            <a:chExt cx="1301472" cy="9332060"/>
          </a:xfrm>
        </p:grpSpPr>
        <p:pic>
          <p:nvPicPr>
            <p:cNvPr id="34" name="QR Code">
              <a:extLst>
                <a:ext uri="{FF2B5EF4-FFF2-40B4-BE49-F238E27FC236}">
                  <a16:creationId xmlns:a16="http://schemas.microsoft.com/office/drawing/2014/main" id="{46ABA44B-8F63-4F8B-E176-3939428E7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7066" y="296279"/>
              <a:ext cx="1301472" cy="1381023"/>
            </a:xfrm>
            <a:prstGeom prst="rect">
              <a:avLst/>
            </a:prstGeom>
          </p:spPr>
        </p:pic>
        <p:pic>
          <p:nvPicPr>
            <p:cNvPr id="96" name="QR Code">
              <a:extLst>
                <a:ext uri="{FF2B5EF4-FFF2-40B4-BE49-F238E27FC236}">
                  <a16:creationId xmlns:a16="http://schemas.microsoft.com/office/drawing/2014/main" id="{31FC45F0-9AC1-84E4-169E-28D8885CC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7066" y="2286822"/>
              <a:ext cx="1301472" cy="1381023"/>
            </a:xfrm>
            <a:prstGeom prst="rect">
              <a:avLst/>
            </a:prstGeom>
          </p:spPr>
        </p:pic>
        <p:pic>
          <p:nvPicPr>
            <p:cNvPr id="106" name="QR Code">
              <a:extLst>
                <a:ext uri="{FF2B5EF4-FFF2-40B4-BE49-F238E27FC236}">
                  <a16:creationId xmlns:a16="http://schemas.microsoft.com/office/drawing/2014/main" id="{AACEE0C6-AD3B-946C-B201-FEC4FC2F8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7066" y="4274369"/>
              <a:ext cx="1301472" cy="1381023"/>
            </a:xfrm>
            <a:prstGeom prst="rect">
              <a:avLst/>
            </a:prstGeom>
          </p:spPr>
        </p:pic>
        <p:pic>
          <p:nvPicPr>
            <p:cNvPr id="116" name="QR Code">
              <a:extLst>
                <a:ext uri="{FF2B5EF4-FFF2-40B4-BE49-F238E27FC236}">
                  <a16:creationId xmlns:a16="http://schemas.microsoft.com/office/drawing/2014/main" id="{8B629148-EE76-1B61-45BF-8C728D54E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7066" y="6264912"/>
              <a:ext cx="1301472" cy="1381023"/>
            </a:xfrm>
            <a:prstGeom prst="rect">
              <a:avLst/>
            </a:prstGeom>
          </p:spPr>
        </p:pic>
        <p:pic>
          <p:nvPicPr>
            <p:cNvPr id="126" name="QR Code">
              <a:extLst>
                <a:ext uri="{FF2B5EF4-FFF2-40B4-BE49-F238E27FC236}">
                  <a16:creationId xmlns:a16="http://schemas.microsoft.com/office/drawing/2014/main" id="{ED0CD1A8-B9E0-6BAB-FFA6-BF6FE2DBF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7066" y="8247316"/>
              <a:ext cx="1301472" cy="1381023"/>
            </a:xfrm>
            <a:prstGeom prst="rect">
              <a:avLst/>
            </a:prstGeom>
          </p:spPr>
        </p:pic>
      </p:grpSp>
      <p:grpSp>
        <p:nvGrpSpPr>
          <p:cNvPr id="133" name="Group name">
            <a:extLst>
              <a:ext uri="{FF2B5EF4-FFF2-40B4-BE49-F238E27FC236}">
                <a16:creationId xmlns:a16="http://schemas.microsoft.com/office/drawing/2014/main" id="{D64F322E-7549-1A3B-F7A0-2086186B34FA}"/>
              </a:ext>
            </a:extLst>
          </p:cNvPr>
          <p:cNvGrpSpPr/>
          <p:nvPr/>
        </p:nvGrpSpPr>
        <p:grpSpPr>
          <a:xfrm>
            <a:off x="3237050" y="561806"/>
            <a:ext cx="3711762" cy="8228036"/>
            <a:chOff x="3237050" y="561806"/>
            <a:chExt cx="3711762" cy="8228036"/>
          </a:xfrm>
        </p:grpSpPr>
        <p:sp>
          <p:nvSpPr>
            <p:cNvPr id="31" name="Product name">
              <a:extLst>
                <a:ext uri="{FF2B5EF4-FFF2-40B4-BE49-F238E27FC236}">
                  <a16:creationId xmlns:a16="http://schemas.microsoft.com/office/drawing/2014/main" id="{AAC63252-DA52-6844-22D5-344D0B2DAA3C}"/>
                </a:ext>
              </a:extLst>
            </p:cNvPr>
            <p:cNvSpPr txBox="1"/>
            <p:nvPr/>
          </p:nvSpPr>
          <p:spPr>
            <a:xfrm>
              <a:off x="3237050" y="561806"/>
              <a:ext cx="371176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(</a:t>
              </a:r>
              <a:r>
                <a:rPr lang="fr-MA" sz="1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product_name</a:t>
              </a:r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)</a:t>
              </a:r>
            </a:p>
          </p:txBody>
        </p:sp>
        <p:sp>
          <p:nvSpPr>
            <p:cNvPr id="99" name="Product name">
              <a:extLst>
                <a:ext uri="{FF2B5EF4-FFF2-40B4-BE49-F238E27FC236}">
                  <a16:creationId xmlns:a16="http://schemas.microsoft.com/office/drawing/2014/main" id="{C0E606AA-2F00-4566-5FA2-4BCADA12EE10}"/>
                </a:ext>
              </a:extLst>
            </p:cNvPr>
            <p:cNvSpPr txBox="1"/>
            <p:nvPr/>
          </p:nvSpPr>
          <p:spPr>
            <a:xfrm>
              <a:off x="3237050" y="2552349"/>
              <a:ext cx="371176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(</a:t>
              </a:r>
              <a:r>
                <a:rPr lang="fr-MA" sz="1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product_name</a:t>
              </a:r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)</a:t>
              </a:r>
            </a:p>
          </p:txBody>
        </p:sp>
        <p:sp>
          <p:nvSpPr>
            <p:cNvPr id="109" name="Product name">
              <a:extLst>
                <a:ext uri="{FF2B5EF4-FFF2-40B4-BE49-F238E27FC236}">
                  <a16:creationId xmlns:a16="http://schemas.microsoft.com/office/drawing/2014/main" id="{31268913-4550-A6BF-EABA-21916A7CD4F4}"/>
                </a:ext>
              </a:extLst>
            </p:cNvPr>
            <p:cNvSpPr txBox="1"/>
            <p:nvPr/>
          </p:nvSpPr>
          <p:spPr>
            <a:xfrm>
              <a:off x="3237050" y="4539896"/>
              <a:ext cx="371176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(</a:t>
              </a:r>
              <a:r>
                <a:rPr lang="fr-MA" sz="1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product_name</a:t>
              </a:r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)</a:t>
              </a:r>
            </a:p>
          </p:txBody>
        </p:sp>
        <p:sp>
          <p:nvSpPr>
            <p:cNvPr id="119" name="Product name">
              <a:extLst>
                <a:ext uri="{FF2B5EF4-FFF2-40B4-BE49-F238E27FC236}">
                  <a16:creationId xmlns:a16="http://schemas.microsoft.com/office/drawing/2014/main" id="{6E9829CE-2867-3186-2029-45F9109165F9}"/>
                </a:ext>
              </a:extLst>
            </p:cNvPr>
            <p:cNvSpPr txBox="1"/>
            <p:nvPr/>
          </p:nvSpPr>
          <p:spPr>
            <a:xfrm>
              <a:off x="3237050" y="6530439"/>
              <a:ext cx="371176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(</a:t>
              </a:r>
              <a:r>
                <a:rPr lang="fr-MA" sz="1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product_name</a:t>
              </a:r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)</a:t>
              </a:r>
            </a:p>
          </p:txBody>
        </p:sp>
        <p:sp>
          <p:nvSpPr>
            <p:cNvPr id="129" name="Product name">
              <a:extLst>
                <a:ext uri="{FF2B5EF4-FFF2-40B4-BE49-F238E27FC236}">
                  <a16:creationId xmlns:a16="http://schemas.microsoft.com/office/drawing/2014/main" id="{1EFAA640-65DE-22B9-8BD8-9B42883C0ADE}"/>
                </a:ext>
              </a:extLst>
            </p:cNvPr>
            <p:cNvSpPr txBox="1"/>
            <p:nvPr/>
          </p:nvSpPr>
          <p:spPr>
            <a:xfrm>
              <a:off x="3237050" y="8512843"/>
              <a:ext cx="371176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(</a:t>
              </a:r>
              <a:r>
                <a:rPr lang="fr-MA" sz="12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product_name</a:t>
              </a:r>
              <a:r>
                <a:rPr lang="fr-MA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Condensed" panose="020B0502040204020203" pitchFamily="34" charset="0"/>
                </a:rPr>
                <a:t>)</a:t>
              </a:r>
            </a:p>
          </p:txBody>
        </p:sp>
      </p:grpSp>
      <p:grpSp>
        <p:nvGrpSpPr>
          <p:cNvPr id="137" name="Group picto">
            <a:extLst>
              <a:ext uri="{FF2B5EF4-FFF2-40B4-BE49-F238E27FC236}">
                <a16:creationId xmlns:a16="http://schemas.microsoft.com/office/drawing/2014/main" id="{48AECD58-3D50-0E7B-1C5E-B0A98666E81E}"/>
              </a:ext>
            </a:extLst>
          </p:cNvPr>
          <p:cNvGrpSpPr/>
          <p:nvPr/>
        </p:nvGrpSpPr>
        <p:grpSpPr>
          <a:xfrm>
            <a:off x="3528251" y="1208944"/>
            <a:ext cx="3095789" cy="8379454"/>
            <a:chOff x="3528251" y="1208944"/>
            <a:chExt cx="3095789" cy="8379454"/>
          </a:xfrm>
        </p:grpSpPr>
        <p:sp>
          <p:nvSpPr>
            <p:cNvPr id="32" name="Pictograms">
              <a:extLst>
                <a:ext uri="{FF2B5EF4-FFF2-40B4-BE49-F238E27FC236}">
                  <a16:creationId xmlns:a16="http://schemas.microsoft.com/office/drawing/2014/main" id="{ACB05B6E-F974-2AA6-ADDF-22422C897DD0}"/>
                </a:ext>
              </a:extLst>
            </p:cNvPr>
            <p:cNvSpPr/>
            <p:nvPr/>
          </p:nvSpPr>
          <p:spPr>
            <a:xfrm>
              <a:off x="3528251" y="1208944"/>
              <a:ext cx="3095789" cy="428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3623"/>
            </a:p>
          </p:txBody>
        </p:sp>
        <p:sp>
          <p:nvSpPr>
            <p:cNvPr id="100" name="Pictograms">
              <a:extLst>
                <a:ext uri="{FF2B5EF4-FFF2-40B4-BE49-F238E27FC236}">
                  <a16:creationId xmlns:a16="http://schemas.microsoft.com/office/drawing/2014/main" id="{C31028E9-2DC4-548E-10A9-AFC2ECB8BD5C}"/>
                </a:ext>
              </a:extLst>
            </p:cNvPr>
            <p:cNvSpPr/>
            <p:nvPr/>
          </p:nvSpPr>
          <p:spPr>
            <a:xfrm>
              <a:off x="3528251" y="3199487"/>
              <a:ext cx="3095789" cy="428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3623"/>
            </a:p>
          </p:txBody>
        </p:sp>
        <p:sp>
          <p:nvSpPr>
            <p:cNvPr id="110" name="Pictograms">
              <a:extLst>
                <a:ext uri="{FF2B5EF4-FFF2-40B4-BE49-F238E27FC236}">
                  <a16:creationId xmlns:a16="http://schemas.microsoft.com/office/drawing/2014/main" id="{90A24CF1-2718-0125-D492-0895AB19AA8D}"/>
                </a:ext>
              </a:extLst>
            </p:cNvPr>
            <p:cNvSpPr/>
            <p:nvPr/>
          </p:nvSpPr>
          <p:spPr>
            <a:xfrm>
              <a:off x="3528251" y="5187034"/>
              <a:ext cx="3095789" cy="428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3623"/>
            </a:p>
          </p:txBody>
        </p:sp>
        <p:sp>
          <p:nvSpPr>
            <p:cNvPr id="120" name="Pictograms">
              <a:extLst>
                <a:ext uri="{FF2B5EF4-FFF2-40B4-BE49-F238E27FC236}">
                  <a16:creationId xmlns:a16="http://schemas.microsoft.com/office/drawing/2014/main" id="{4C1B2B9A-97AA-7B74-476E-9BFAC2037A75}"/>
                </a:ext>
              </a:extLst>
            </p:cNvPr>
            <p:cNvSpPr/>
            <p:nvPr/>
          </p:nvSpPr>
          <p:spPr>
            <a:xfrm>
              <a:off x="3528251" y="7177577"/>
              <a:ext cx="3095789" cy="428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3623"/>
            </a:p>
          </p:txBody>
        </p:sp>
        <p:sp>
          <p:nvSpPr>
            <p:cNvPr id="130" name="Pictograms">
              <a:extLst>
                <a:ext uri="{FF2B5EF4-FFF2-40B4-BE49-F238E27FC236}">
                  <a16:creationId xmlns:a16="http://schemas.microsoft.com/office/drawing/2014/main" id="{2F86442A-05F7-5487-CF42-5139C67B3B1B}"/>
                </a:ext>
              </a:extLst>
            </p:cNvPr>
            <p:cNvSpPr/>
            <p:nvPr/>
          </p:nvSpPr>
          <p:spPr>
            <a:xfrm>
              <a:off x="3528251" y="9159981"/>
              <a:ext cx="3095789" cy="4284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3623"/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0B1B3D56-F9C8-6ECB-5CA2-76D0BE948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96500" y="9040139"/>
            <a:ext cx="785125" cy="785125"/>
          </a:xfrm>
          <a:prstGeom prst="rect">
            <a:avLst/>
          </a:prstGeom>
        </p:spPr>
      </p:pic>
      <p:sp>
        <p:nvSpPr>
          <p:cNvPr id="132" name="Product name">
            <a:extLst>
              <a:ext uri="{FF2B5EF4-FFF2-40B4-BE49-F238E27FC236}">
                <a16:creationId xmlns:a16="http://schemas.microsoft.com/office/drawing/2014/main" id="{FE23C22D-F0C8-D1DF-1A37-942C3262FC56}"/>
              </a:ext>
            </a:extLst>
          </p:cNvPr>
          <p:cNvSpPr txBox="1"/>
          <p:nvPr/>
        </p:nvSpPr>
        <p:spPr>
          <a:xfrm rot="16200000">
            <a:off x="806730" y="8205186"/>
            <a:ext cx="13579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ATTENTION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PRODUIT</a:t>
            </a:r>
            <a:b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</a:br>
            <a:r>
              <a:rPr lang="fr-MA" sz="1600" b="1" dirty="0">
                <a:solidFill>
                  <a:srgbClr val="B51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CHIMIQUE</a:t>
            </a:r>
          </a:p>
        </p:txBody>
      </p:sp>
    </p:spTree>
    <p:extLst>
      <p:ext uri="{BB962C8B-B14F-4D97-AF65-F5344CB8AC3E}">
        <p14:creationId xmlns:p14="http://schemas.microsoft.com/office/powerpoint/2010/main" val="249840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1683</TotalTime>
  <Words>65</Words>
  <Application>Microsoft Office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Bahnschrift SemiCondensed</vt:lpstr>
      <vt:lpstr>Bahnschrift SemiLight SemiConde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HATIM RAGHIB</dc:creator>
  <cp:lastModifiedBy>HATIM RAGHIB</cp:lastModifiedBy>
  <cp:revision>8</cp:revision>
  <dcterms:created xsi:type="dcterms:W3CDTF">2026-03-11T08:49:54Z</dcterms:created>
  <dcterms:modified xsi:type="dcterms:W3CDTF">2026-03-14T12:58:26Z</dcterms:modified>
</cp:coreProperties>
</file>