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48704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3739"/>
    <a:srgbClr val="FB9D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476" y="-10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309B4-38A1-4E09-8C30-663C85214DDB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3625" y="1143000"/>
            <a:ext cx="2190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M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52EFF-14B3-4F83-A00D-E9AE977A27C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23554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CC699-0CFD-5E8D-3411-F6F46B723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9CE59-46C9-8211-CB50-4C452422B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B034E-509E-090A-99DE-F134748C4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M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4C73D-ECB5-425F-400A-CE5EB7B1A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52EFF-14B3-4F83-A00D-E9AE977A27CB}" type="slidenum">
              <a:rPr lang="fr-MA" smtClean="0"/>
              <a:t>1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95507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284" y="1122363"/>
            <a:ext cx="4139883" cy="2387600"/>
          </a:xfrm>
        </p:spPr>
        <p:txBody>
          <a:bodyPr anchor="b"/>
          <a:lstStyle>
            <a:lvl1pPr algn="ctr">
              <a:defRPr sz="31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8806" y="3602038"/>
            <a:ext cx="3652838" cy="1655762"/>
          </a:xfrm>
        </p:spPr>
        <p:txBody>
          <a:bodyPr/>
          <a:lstStyle>
            <a:lvl1pPr marL="0" indent="0" algn="ctr">
              <a:buNone/>
              <a:defRPr sz="1278"/>
            </a:lvl1pPr>
            <a:lvl2pPr marL="243505" indent="0" algn="ctr">
              <a:buNone/>
              <a:defRPr sz="1065"/>
            </a:lvl2pPr>
            <a:lvl3pPr marL="487009" indent="0" algn="ctr">
              <a:buNone/>
              <a:defRPr sz="959"/>
            </a:lvl3pPr>
            <a:lvl4pPr marL="730514" indent="0" algn="ctr">
              <a:buNone/>
              <a:defRPr sz="852"/>
            </a:lvl4pPr>
            <a:lvl5pPr marL="974019" indent="0" algn="ctr">
              <a:buNone/>
              <a:defRPr sz="852"/>
            </a:lvl5pPr>
            <a:lvl6pPr marL="1217524" indent="0" algn="ctr">
              <a:buNone/>
              <a:defRPr sz="852"/>
            </a:lvl6pPr>
            <a:lvl7pPr marL="1461028" indent="0" algn="ctr">
              <a:buNone/>
              <a:defRPr sz="852"/>
            </a:lvl7pPr>
            <a:lvl8pPr marL="1704533" indent="0" algn="ctr">
              <a:buNone/>
              <a:defRPr sz="852"/>
            </a:lvl8pPr>
            <a:lvl9pPr marL="1948038" indent="0" algn="ctr">
              <a:buNone/>
              <a:defRPr sz="8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091919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92314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307" y="1709740"/>
            <a:ext cx="4200763" cy="2852737"/>
          </a:xfrm>
        </p:spPr>
        <p:txBody>
          <a:bodyPr anchor="b"/>
          <a:lstStyle>
            <a:lvl1pPr>
              <a:defRPr sz="31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2307" y="4589465"/>
            <a:ext cx="4200763" cy="1500187"/>
          </a:xfrm>
        </p:spPr>
        <p:txBody>
          <a:bodyPr/>
          <a:lstStyle>
            <a:lvl1pPr marL="0" indent="0">
              <a:buNone/>
              <a:defRPr sz="1278">
                <a:solidFill>
                  <a:schemeClr val="tx1">
                    <a:tint val="82000"/>
                  </a:schemeClr>
                </a:solidFill>
              </a:defRPr>
            </a:lvl1pPr>
            <a:lvl2pPr marL="243505" indent="0">
              <a:buNone/>
              <a:defRPr sz="1065">
                <a:solidFill>
                  <a:schemeClr val="tx1">
                    <a:tint val="82000"/>
                  </a:schemeClr>
                </a:solidFill>
              </a:defRPr>
            </a:lvl2pPr>
            <a:lvl3pPr marL="487009" indent="0">
              <a:buNone/>
              <a:defRPr sz="959">
                <a:solidFill>
                  <a:schemeClr val="tx1">
                    <a:tint val="82000"/>
                  </a:schemeClr>
                </a:solidFill>
              </a:defRPr>
            </a:lvl3pPr>
            <a:lvl4pPr marL="730514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4pPr>
            <a:lvl5pPr marL="974019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5pPr>
            <a:lvl6pPr marL="1217524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6pPr>
            <a:lvl7pPr marL="1461028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7pPr>
            <a:lvl8pPr marL="1704533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8pPr>
            <a:lvl9pPr marL="1948038" indent="0">
              <a:buNone/>
              <a:defRPr sz="8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45718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4844" y="1825625"/>
            <a:ext cx="206994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65665" y="1825625"/>
            <a:ext cx="206994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074220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478" y="365127"/>
            <a:ext cx="4200763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479" y="1681163"/>
            <a:ext cx="2060428" cy="823912"/>
          </a:xfrm>
        </p:spPr>
        <p:txBody>
          <a:bodyPr anchor="b"/>
          <a:lstStyle>
            <a:lvl1pPr marL="0" indent="0">
              <a:buNone/>
              <a:defRPr sz="1278" b="1"/>
            </a:lvl1pPr>
            <a:lvl2pPr marL="243505" indent="0">
              <a:buNone/>
              <a:defRPr sz="1065" b="1"/>
            </a:lvl2pPr>
            <a:lvl3pPr marL="487009" indent="0">
              <a:buNone/>
              <a:defRPr sz="959" b="1"/>
            </a:lvl3pPr>
            <a:lvl4pPr marL="730514" indent="0">
              <a:buNone/>
              <a:defRPr sz="852" b="1"/>
            </a:lvl4pPr>
            <a:lvl5pPr marL="974019" indent="0">
              <a:buNone/>
              <a:defRPr sz="852" b="1"/>
            </a:lvl5pPr>
            <a:lvl6pPr marL="1217524" indent="0">
              <a:buNone/>
              <a:defRPr sz="852" b="1"/>
            </a:lvl6pPr>
            <a:lvl7pPr marL="1461028" indent="0">
              <a:buNone/>
              <a:defRPr sz="852" b="1"/>
            </a:lvl7pPr>
            <a:lvl8pPr marL="1704533" indent="0">
              <a:buNone/>
              <a:defRPr sz="852" b="1"/>
            </a:lvl8pPr>
            <a:lvl9pPr marL="1948038" indent="0">
              <a:buNone/>
              <a:defRPr sz="8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5479" y="2505075"/>
            <a:ext cx="206042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65665" y="1681163"/>
            <a:ext cx="2070576" cy="823912"/>
          </a:xfrm>
        </p:spPr>
        <p:txBody>
          <a:bodyPr anchor="b"/>
          <a:lstStyle>
            <a:lvl1pPr marL="0" indent="0">
              <a:buNone/>
              <a:defRPr sz="1278" b="1"/>
            </a:lvl1pPr>
            <a:lvl2pPr marL="243505" indent="0">
              <a:buNone/>
              <a:defRPr sz="1065" b="1"/>
            </a:lvl2pPr>
            <a:lvl3pPr marL="487009" indent="0">
              <a:buNone/>
              <a:defRPr sz="959" b="1"/>
            </a:lvl3pPr>
            <a:lvl4pPr marL="730514" indent="0">
              <a:buNone/>
              <a:defRPr sz="852" b="1"/>
            </a:lvl4pPr>
            <a:lvl5pPr marL="974019" indent="0">
              <a:buNone/>
              <a:defRPr sz="852" b="1"/>
            </a:lvl5pPr>
            <a:lvl6pPr marL="1217524" indent="0">
              <a:buNone/>
              <a:defRPr sz="852" b="1"/>
            </a:lvl6pPr>
            <a:lvl7pPr marL="1461028" indent="0">
              <a:buNone/>
              <a:defRPr sz="852" b="1"/>
            </a:lvl7pPr>
            <a:lvl8pPr marL="1704533" indent="0">
              <a:buNone/>
              <a:defRPr sz="852" b="1"/>
            </a:lvl8pPr>
            <a:lvl9pPr marL="1948038" indent="0">
              <a:buNone/>
              <a:defRPr sz="8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65665" y="2505075"/>
            <a:ext cx="207057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38790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165079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957518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478" y="457200"/>
            <a:ext cx="1570847" cy="1600200"/>
          </a:xfrm>
        </p:spPr>
        <p:txBody>
          <a:bodyPr anchor="b"/>
          <a:lstStyle>
            <a:lvl1pPr>
              <a:defRPr sz="17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0576" y="987427"/>
            <a:ext cx="2465665" cy="4873625"/>
          </a:xfrm>
        </p:spPr>
        <p:txBody>
          <a:bodyPr/>
          <a:lstStyle>
            <a:lvl1pPr>
              <a:defRPr sz="1704"/>
            </a:lvl1pPr>
            <a:lvl2pPr>
              <a:defRPr sz="1491"/>
            </a:lvl2pPr>
            <a:lvl3pPr>
              <a:defRPr sz="1278"/>
            </a:lvl3pPr>
            <a:lvl4pPr>
              <a:defRPr sz="1065"/>
            </a:lvl4pPr>
            <a:lvl5pPr>
              <a:defRPr sz="1065"/>
            </a:lvl5pPr>
            <a:lvl6pPr>
              <a:defRPr sz="1065"/>
            </a:lvl6pPr>
            <a:lvl7pPr>
              <a:defRPr sz="1065"/>
            </a:lvl7pPr>
            <a:lvl8pPr>
              <a:defRPr sz="1065"/>
            </a:lvl8pPr>
            <a:lvl9pPr>
              <a:defRPr sz="106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478" y="2057400"/>
            <a:ext cx="1570847" cy="3811588"/>
          </a:xfrm>
        </p:spPr>
        <p:txBody>
          <a:bodyPr/>
          <a:lstStyle>
            <a:lvl1pPr marL="0" indent="0">
              <a:buNone/>
              <a:defRPr sz="852"/>
            </a:lvl1pPr>
            <a:lvl2pPr marL="243505" indent="0">
              <a:buNone/>
              <a:defRPr sz="746"/>
            </a:lvl2pPr>
            <a:lvl3pPr marL="487009" indent="0">
              <a:buNone/>
              <a:defRPr sz="639"/>
            </a:lvl3pPr>
            <a:lvl4pPr marL="730514" indent="0">
              <a:buNone/>
              <a:defRPr sz="533"/>
            </a:lvl4pPr>
            <a:lvl5pPr marL="974019" indent="0">
              <a:buNone/>
              <a:defRPr sz="533"/>
            </a:lvl5pPr>
            <a:lvl6pPr marL="1217524" indent="0">
              <a:buNone/>
              <a:defRPr sz="533"/>
            </a:lvl6pPr>
            <a:lvl7pPr marL="1461028" indent="0">
              <a:buNone/>
              <a:defRPr sz="533"/>
            </a:lvl7pPr>
            <a:lvl8pPr marL="1704533" indent="0">
              <a:buNone/>
              <a:defRPr sz="533"/>
            </a:lvl8pPr>
            <a:lvl9pPr marL="194803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374291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478" y="457200"/>
            <a:ext cx="1570847" cy="1600200"/>
          </a:xfrm>
        </p:spPr>
        <p:txBody>
          <a:bodyPr anchor="b"/>
          <a:lstStyle>
            <a:lvl1pPr>
              <a:defRPr sz="17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70576" y="987427"/>
            <a:ext cx="2465665" cy="4873625"/>
          </a:xfrm>
        </p:spPr>
        <p:txBody>
          <a:bodyPr anchor="t"/>
          <a:lstStyle>
            <a:lvl1pPr marL="0" indent="0">
              <a:buNone/>
              <a:defRPr sz="1704"/>
            </a:lvl1pPr>
            <a:lvl2pPr marL="243505" indent="0">
              <a:buNone/>
              <a:defRPr sz="1491"/>
            </a:lvl2pPr>
            <a:lvl3pPr marL="487009" indent="0">
              <a:buNone/>
              <a:defRPr sz="1278"/>
            </a:lvl3pPr>
            <a:lvl4pPr marL="730514" indent="0">
              <a:buNone/>
              <a:defRPr sz="1065"/>
            </a:lvl4pPr>
            <a:lvl5pPr marL="974019" indent="0">
              <a:buNone/>
              <a:defRPr sz="1065"/>
            </a:lvl5pPr>
            <a:lvl6pPr marL="1217524" indent="0">
              <a:buNone/>
              <a:defRPr sz="1065"/>
            </a:lvl6pPr>
            <a:lvl7pPr marL="1461028" indent="0">
              <a:buNone/>
              <a:defRPr sz="1065"/>
            </a:lvl7pPr>
            <a:lvl8pPr marL="1704533" indent="0">
              <a:buNone/>
              <a:defRPr sz="1065"/>
            </a:lvl8pPr>
            <a:lvl9pPr marL="1948038" indent="0">
              <a:buNone/>
              <a:defRPr sz="106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478" y="2057400"/>
            <a:ext cx="1570847" cy="3811588"/>
          </a:xfrm>
        </p:spPr>
        <p:txBody>
          <a:bodyPr/>
          <a:lstStyle>
            <a:lvl1pPr marL="0" indent="0">
              <a:buNone/>
              <a:defRPr sz="852"/>
            </a:lvl1pPr>
            <a:lvl2pPr marL="243505" indent="0">
              <a:buNone/>
              <a:defRPr sz="746"/>
            </a:lvl2pPr>
            <a:lvl3pPr marL="487009" indent="0">
              <a:buNone/>
              <a:defRPr sz="639"/>
            </a:lvl3pPr>
            <a:lvl4pPr marL="730514" indent="0">
              <a:buNone/>
              <a:defRPr sz="533"/>
            </a:lvl4pPr>
            <a:lvl5pPr marL="974019" indent="0">
              <a:buNone/>
              <a:defRPr sz="533"/>
            </a:lvl5pPr>
            <a:lvl6pPr marL="1217524" indent="0">
              <a:buNone/>
              <a:defRPr sz="533"/>
            </a:lvl6pPr>
            <a:lvl7pPr marL="1461028" indent="0">
              <a:buNone/>
              <a:defRPr sz="533"/>
            </a:lvl7pPr>
            <a:lvl8pPr marL="1704533" indent="0">
              <a:buNone/>
              <a:defRPr sz="533"/>
            </a:lvl8pPr>
            <a:lvl9pPr marL="194803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82283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2607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485416" y="365125"/>
            <a:ext cx="105019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4844" y="365125"/>
            <a:ext cx="308969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276834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844" y="365127"/>
            <a:ext cx="420076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844" y="1825625"/>
            <a:ext cx="42007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4844" y="6356352"/>
            <a:ext cx="10958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6CA5D-EE84-4C01-B57D-41C38433FB48}" type="datetimeFigureOut">
              <a:rPr lang="fr-MA" smtClean="0"/>
              <a:t>14/03/2026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13337" y="6356352"/>
            <a:ext cx="16437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39755" y="6356352"/>
            <a:ext cx="10958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993714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7009" rtl="0" eaLnBrk="1" latinLnBrk="0" hangingPunct="1">
        <a:lnSpc>
          <a:spcPct val="90000"/>
        </a:lnSpc>
        <a:spcBef>
          <a:spcPct val="0"/>
        </a:spcBef>
        <a:buNone/>
        <a:defRPr sz="234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752" indent="-121752" algn="l" defTabSz="487009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1" kern="1200">
          <a:solidFill>
            <a:schemeClr val="tx1"/>
          </a:solidFill>
          <a:latin typeface="+mn-lt"/>
          <a:ea typeface="+mn-ea"/>
          <a:cs typeface="+mn-cs"/>
        </a:defRPr>
      </a:lvl1pPr>
      <a:lvl2pPr marL="365257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1278" kern="1200">
          <a:solidFill>
            <a:schemeClr val="tx1"/>
          </a:solidFill>
          <a:latin typeface="+mn-lt"/>
          <a:ea typeface="+mn-ea"/>
          <a:cs typeface="+mn-cs"/>
        </a:defRPr>
      </a:lvl2pPr>
      <a:lvl3pPr marL="608762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1065" kern="1200">
          <a:solidFill>
            <a:schemeClr val="tx1"/>
          </a:solidFill>
          <a:latin typeface="+mn-lt"/>
          <a:ea typeface="+mn-ea"/>
          <a:cs typeface="+mn-cs"/>
        </a:defRPr>
      </a:lvl3pPr>
      <a:lvl4pPr marL="852267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1095771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339276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582781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826285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2069790" indent="-121752" algn="l" defTabSz="487009" rtl="0" eaLnBrk="1" latinLnBrk="0" hangingPunct="1">
        <a:lnSpc>
          <a:spcPct val="90000"/>
        </a:lnSpc>
        <a:spcBef>
          <a:spcPts val="266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1pPr>
      <a:lvl2pPr marL="243505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2pPr>
      <a:lvl3pPr marL="487009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3pPr>
      <a:lvl4pPr marL="730514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974019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217524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461028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704533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1948038" algn="l" defTabSz="487009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73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CD2E3-386B-A76C-ED46-9EE29A9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55944D06-AC8E-7F96-BB3C-B0631623C780}"/>
              </a:ext>
            </a:extLst>
          </p:cNvPr>
          <p:cNvGrpSpPr/>
          <p:nvPr/>
        </p:nvGrpSpPr>
        <p:grpSpPr>
          <a:xfrm>
            <a:off x="3" y="44970"/>
            <a:ext cx="4870447" cy="862733"/>
            <a:chOff x="3" y="44970"/>
            <a:chExt cx="4870447" cy="86273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DE35C24-25E9-5C53-4323-BCFEA1CDB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971" y="44970"/>
              <a:ext cx="1294099" cy="86273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F4578A3-F5D5-11D5-FA0A-467C05F37D61}"/>
                </a:ext>
              </a:extLst>
            </p:cNvPr>
            <p:cNvSpPr/>
            <p:nvPr/>
          </p:nvSpPr>
          <p:spPr>
            <a:xfrm rot="16200000" flipH="1">
              <a:off x="3008914" y="-1161758"/>
              <a:ext cx="66675" cy="3656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>
                <a:solidFill>
                  <a:srgbClr val="363739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06FF5A1-4D7B-E9A3-661F-5615CA873039}"/>
                </a:ext>
              </a:extLst>
            </p:cNvPr>
            <p:cNvSpPr/>
            <p:nvPr/>
          </p:nvSpPr>
          <p:spPr>
            <a:xfrm rot="16200000" flipH="1">
              <a:off x="48817" y="565994"/>
              <a:ext cx="66677" cy="1643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>
                <a:solidFill>
                  <a:srgbClr val="363739"/>
                </a:solidFill>
              </a:endParaRPr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F4C78E-FAEE-BD86-B9FA-7EC13FE2AE4E}"/>
              </a:ext>
            </a:extLst>
          </p:cNvPr>
          <p:cNvSpPr/>
          <p:nvPr/>
        </p:nvSpPr>
        <p:spPr>
          <a:xfrm>
            <a:off x="381248" y="907704"/>
            <a:ext cx="4100812" cy="407577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76200">
            <a:solidFill>
              <a:srgbClr val="FB9D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363739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62676-1960-44AB-23CA-2B0211101CCE}"/>
              </a:ext>
            </a:extLst>
          </p:cNvPr>
          <p:cNvSpPr txBox="1"/>
          <p:nvPr/>
        </p:nvSpPr>
        <p:spPr>
          <a:xfrm>
            <a:off x="1264811" y="181320"/>
            <a:ext cx="41428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Broadway" panose="04040905080002020502" pitchFamily="82" charset="0"/>
              </a:rPr>
              <a:t>FDS</a:t>
            </a:r>
            <a:r>
              <a:rPr lang="fr-FR" sz="100" b="1" dirty="0">
                <a:solidFill>
                  <a:schemeClr val="bg1"/>
                </a:solidFill>
                <a:latin typeface="Broadway" panose="04040905080002020502" pitchFamily="82" charset="0"/>
              </a:rPr>
              <a:t> </a:t>
            </a:r>
            <a:r>
              <a:rPr lang="fr-FR" sz="2000" dirty="0">
                <a:solidFill>
                  <a:srgbClr val="FB9D01"/>
                </a:solidFill>
                <a:latin typeface="Broadway" panose="04040905080002020502" pitchFamily="82" charset="0"/>
              </a:rPr>
              <a:t>:</a:t>
            </a:r>
            <a:r>
              <a:rPr lang="fr-FR" sz="100" dirty="0">
                <a:solidFill>
                  <a:srgbClr val="FB9D01"/>
                </a:solidFill>
                <a:latin typeface="Broadway" panose="04040905080002020502" pitchFamily="82" charset="0"/>
              </a:rPr>
              <a:t> </a:t>
            </a:r>
            <a:r>
              <a:rPr lang="fr-FR" sz="1400" dirty="0">
                <a:solidFill>
                  <a:schemeClr val="bg1"/>
                </a:solidFill>
                <a:latin typeface="Broadway" panose="04040905080002020502" pitchFamily="82" charset="0"/>
              </a:rPr>
              <a:t>Fiche </a:t>
            </a:r>
            <a:r>
              <a:rPr lang="fr-FR" sz="1050" dirty="0">
                <a:solidFill>
                  <a:schemeClr val="bg1"/>
                </a:solidFill>
                <a:latin typeface="Broadway" panose="04040905080002020502" pitchFamily="82" charset="0"/>
              </a:rPr>
              <a:t>de </a:t>
            </a:r>
            <a:r>
              <a:rPr lang="fr-FR" sz="1400" dirty="0">
                <a:solidFill>
                  <a:schemeClr val="bg1"/>
                </a:solidFill>
                <a:latin typeface="Broadway" panose="04040905080002020502" pitchFamily="82" charset="0"/>
              </a:rPr>
              <a:t>Données </a:t>
            </a:r>
            <a:r>
              <a:rPr lang="fr-FR" sz="1050" dirty="0">
                <a:solidFill>
                  <a:schemeClr val="bg1"/>
                </a:solidFill>
                <a:latin typeface="Broadway" panose="04040905080002020502" pitchFamily="82" charset="0"/>
              </a:rPr>
              <a:t>de</a:t>
            </a:r>
            <a:r>
              <a:rPr lang="fr-FR" sz="1400" dirty="0">
                <a:solidFill>
                  <a:schemeClr val="bg1"/>
                </a:solidFill>
                <a:latin typeface="Broadway" panose="04040905080002020502" pitchFamily="82" charset="0"/>
              </a:rPr>
              <a:t> Sécurité</a:t>
            </a:r>
            <a:endParaRPr lang="fr-MA" dirty="0">
              <a:solidFill>
                <a:schemeClr val="bg1"/>
              </a:solidFill>
              <a:latin typeface="Broadway" panose="04040905080002020502" pitchFamily="82" charset="0"/>
            </a:endParaRPr>
          </a:p>
        </p:txBody>
      </p:sp>
      <p:sp>
        <p:nvSpPr>
          <p:cNvPr id="14" name="name">
            <a:extLst>
              <a:ext uri="{FF2B5EF4-FFF2-40B4-BE49-F238E27FC236}">
                <a16:creationId xmlns:a16="http://schemas.microsoft.com/office/drawing/2014/main" id="{BAB3BBDB-F98E-4C6A-69B3-282C7D8AC206}"/>
              </a:ext>
            </a:extLst>
          </p:cNvPr>
          <p:cNvSpPr/>
          <p:nvPr/>
        </p:nvSpPr>
        <p:spPr>
          <a:xfrm>
            <a:off x="164307" y="5090881"/>
            <a:ext cx="4534691" cy="1672776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B9D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40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40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000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29" name="QR Code">
            <a:extLst>
              <a:ext uri="{FF2B5EF4-FFF2-40B4-BE49-F238E27FC236}">
                <a16:creationId xmlns:a16="http://schemas.microsoft.com/office/drawing/2014/main" id="{20B25937-55F4-2AA5-DFBA-74C51A95A5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166" y="1015105"/>
            <a:ext cx="3860972" cy="3860972"/>
          </a:xfrm>
          <a:prstGeom prst="rect">
            <a:avLst/>
          </a:prstGeom>
        </p:spPr>
      </p:pic>
      <p:sp>
        <p:nvSpPr>
          <p:cNvPr id="2" name="Product name">
            <a:extLst>
              <a:ext uri="{FF2B5EF4-FFF2-40B4-BE49-F238E27FC236}">
                <a16:creationId xmlns:a16="http://schemas.microsoft.com/office/drawing/2014/main" id="{5703FD0A-7399-F4BB-25C0-BAD399D5143F}"/>
              </a:ext>
            </a:extLst>
          </p:cNvPr>
          <p:cNvSpPr txBox="1"/>
          <p:nvPr/>
        </p:nvSpPr>
        <p:spPr>
          <a:xfrm>
            <a:off x="178529" y="5456021"/>
            <a:ext cx="4527612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(</a:t>
            </a:r>
            <a:r>
              <a:rPr lang="fr-MA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product_name</a:t>
            </a:r>
            <a:r>
              <a:rPr lang="fr-MA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)</a:t>
            </a:r>
          </a:p>
        </p:txBody>
      </p:sp>
      <p:sp>
        <p:nvSpPr>
          <p:cNvPr id="3" name="Pictograms">
            <a:extLst>
              <a:ext uri="{FF2B5EF4-FFF2-40B4-BE49-F238E27FC236}">
                <a16:creationId xmlns:a16="http://schemas.microsoft.com/office/drawing/2014/main" id="{3F31E918-7068-9FF7-3472-7094C1E56D24}"/>
              </a:ext>
            </a:extLst>
          </p:cNvPr>
          <p:cNvSpPr/>
          <p:nvPr/>
        </p:nvSpPr>
        <p:spPr>
          <a:xfrm>
            <a:off x="260498" y="6019800"/>
            <a:ext cx="4363674" cy="6568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047036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1624</TotalTime>
  <Words>16</Words>
  <Application>Microsoft Office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Bahnschrift SemiCondensed</vt:lpstr>
      <vt:lpstr>Bahnschrift SemiLight SemiConde</vt:lpstr>
      <vt:lpstr>Broadway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HATIM RAGHIB</dc:creator>
  <cp:lastModifiedBy>HATIM RAGHIB</cp:lastModifiedBy>
  <cp:revision>6</cp:revision>
  <dcterms:created xsi:type="dcterms:W3CDTF">2026-03-11T08:49:54Z</dcterms:created>
  <dcterms:modified xsi:type="dcterms:W3CDTF">2026-03-14T11:58:10Z</dcterms:modified>
</cp:coreProperties>
</file>