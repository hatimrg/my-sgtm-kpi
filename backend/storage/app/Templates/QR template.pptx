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3.svg" ContentType="image/svg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487045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87080">
              <a:lnSpc>
                <a:spcPct val="90000"/>
              </a:lnSpc>
            </a:pPr>
            <a:r>
              <a:rPr lang="en-US" sz="319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en-US" sz="319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55F1106-0A5A-47FE-A833-9A656FD80C7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2333520" y="1143000"/>
            <a:ext cx="2190240" cy="308592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AD3C94-EAE3-42F0-A5AB-945776146997}" type="slidenum">
              <a:rPr lang="fr-M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65400" y="1122480"/>
            <a:ext cx="4139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487080">
              <a:lnSpc>
                <a:spcPct val="90000"/>
              </a:lnSpc>
              <a:buNone/>
              <a:defRPr lang="en-US" sz="319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487080">
              <a:lnSpc>
                <a:spcPct val="90000"/>
              </a:lnSpc>
              <a:buNone/>
            </a:pPr>
            <a:r>
              <a:rPr lang="en-US" sz="319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19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D4D02F-3CDE-4F41-8389-623E7EC78398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34800" y="365040"/>
            <a:ext cx="42004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234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34800" y="1825560"/>
            <a:ext cx="420048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def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121680" indent="-121680"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65400" lvl="1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08760" lvl="2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52120" lvl="3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95840" lvl="4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B7DA66-7DF7-43DA-A28F-5DDBD9502711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485520" y="365040"/>
            <a:ext cx="104976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234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34800" y="365040"/>
            <a:ext cx="308916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def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121680" indent="-121680"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65400" lvl="1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08760" lvl="2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52120" lvl="3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95840" lvl="4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E8653D-EA88-4DAF-9F4E-C265F0E70460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34800" y="365040"/>
            <a:ext cx="42004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234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34800" y="1825560"/>
            <a:ext cx="420048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def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121680" indent="-121680"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65400" lvl="1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08760" lvl="2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52120" lvl="3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95840" lvl="4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ECC099-8BDC-4D41-A144-7B552D3D8883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32280" y="1709640"/>
            <a:ext cx="420048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319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319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319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32280" y="4589640"/>
            <a:ext cx="420048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  <a:defRPr lang="en-US" sz="128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</a:pPr>
            <a:r>
              <a:rPr lang="en-US" sz="128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28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A5F8BB1-C177-411F-878E-AFAB6DBB46C7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34800" y="365040"/>
            <a:ext cx="42004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234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34800" y="1825560"/>
            <a:ext cx="20696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def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121680" indent="-121680"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65400" lvl="1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08760" lvl="2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52120" lvl="3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95840" lvl="4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465640" y="1825560"/>
            <a:ext cx="20696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def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121680" indent="-121680"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65400" lvl="1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08760" lvl="2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52120" lvl="3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95840" lvl="4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F84E43-BD3D-4433-9EB2-82414AEC78B3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35520" y="365040"/>
            <a:ext cx="42004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234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35520" y="1681200"/>
            <a:ext cx="2059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  <a:defRPr lang="en-US" sz="128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</a:pPr>
            <a:r>
              <a:rPr lang="en-US" sz="128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35520" y="2505240"/>
            <a:ext cx="2059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121680" indent="-121680"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65400" lvl="1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08760" lvl="2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52120" lvl="3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95840" lvl="4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2465640" y="1681200"/>
            <a:ext cx="2070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  <a:defRPr lang="en-US" sz="128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</a:pPr>
            <a:r>
              <a:rPr lang="en-US" sz="128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2465640" y="2505240"/>
            <a:ext cx="2070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121680" indent="-121680"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65400" lvl="1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08760" lvl="2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52120" lvl="3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95840" lvl="4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96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96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4A2521-FC08-483F-BF22-A9B8D828EC7D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34800" y="365040"/>
            <a:ext cx="42004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234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234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C4B2CA-8555-4BF5-AF3C-C37D68D8DB15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1EB7BFF-B613-446C-A42A-1FDFAA7B6698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35520" y="457200"/>
            <a:ext cx="15703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070720" y="987480"/>
            <a:ext cx="246528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  <a:def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121680" indent="-121680" algn="l" defTabSz="487080">
              <a:lnSpc>
                <a:spcPct val="9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65400" lvl="1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49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en-US" sz="149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08760" lvl="2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en-US" sz="128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52120" lvl="3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095840" lvl="4" indent="-121680" algn="l" defTabSz="487080">
              <a:lnSpc>
                <a:spcPct val="90000"/>
              </a:lnSpc>
              <a:spcBef>
                <a:spcPts val="266"/>
              </a:spcBef>
              <a:buClr>
                <a:srgbClr val="000000"/>
              </a:buClr>
              <a:buFont typeface="Arial"/>
              <a:buChar char="•"/>
            </a:pPr>
            <a:r>
              <a:rPr lang="en-US" sz="107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en-US" sz="107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35520" y="2057400"/>
            <a:ext cx="15703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  <a:defRPr lang="en-US" sz="8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8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B48491-C3F3-4D7A-954E-55F784658FB8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35520" y="457200"/>
            <a:ext cx="15703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87080">
              <a:lnSpc>
                <a:spcPct val="90000"/>
              </a:lnSpc>
              <a:buNone/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487080">
              <a:lnSpc>
                <a:spcPct val="90000"/>
              </a:lnSpc>
              <a:buNone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2070720" y="987480"/>
            <a:ext cx="246528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icon to add picture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335520" y="2057400"/>
            <a:ext cx="15703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  <a:defRPr lang="en-US" sz="85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487080">
              <a:lnSpc>
                <a:spcPct val="90000"/>
              </a:lnSpc>
              <a:spcBef>
                <a:spcPts val="533"/>
              </a:spcBef>
              <a:buNone/>
              <a:tabLst>
                <a:tab pos="0" algn="l"/>
              </a:tabLst>
            </a:pPr>
            <a:r>
              <a:rPr lang="en-US" sz="85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en-US" sz="85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334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1613160" y="6356520"/>
            <a:ext cx="164340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3439800" y="6356520"/>
            <a:ext cx="109548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6AA0D0-DCC4-4AA8-B2D7-6F69F9C447B8}" type="slidenum">
              <a:rPr lang="fr-MA" sz="64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en-US" sz="6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637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21"/>
          <p:cNvGrpSpPr/>
          <p:nvPr/>
        </p:nvGrpSpPr>
        <p:grpSpPr>
          <a:xfrm>
            <a:off x="0" y="45000"/>
            <a:ext cx="4870440" cy="862200"/>
            <a:chOff x="0" y="45000"/>
            <a:chExt cx="4870440" cy="862200"/>
          </a:xfrm>
        </p:grpSpPr>
        <p:pic>
          <p:nvPicPr>
            <p:cNvPr id="66" name="Picture 8"/>
            <p:cNvPicPr/>
            <p:nvPr/>
          </p:nvPicPr>
          <p:blipFill>
            <a:blip r:embed="rId1"/>
            <a:stretch/>
          </p:blipFill>
          <p:spPr>
            <a:xfrm>
              <a:off x="45000" y="45000"/>
              <a:ext cx="1293840" cy="8622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7" name="Rectangle 9"/>
            <p:cNvSpPr/>
            <p:nvPr/>
          </p:nvSpPr>
          <p:spPr>
            <a:xfrm flipH="1" rot="16200000">
              <a:off x="3009240" y="-1161360"/>
              <a:ext cx="66240" cy="365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MA" sz="1800" b="0" u="none" strike="noStrike">
                <a:solidFill>
                  <a:srgbClr val="363739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68" name="Rectangle 10"/>
            <p:cNvSpPr/>
            <p:nvPr/>
          </p:nvSpPr>
          <p:spPr>
            <a:xfrm flipH="1" rot="16200000">
              <a:off x="48240" y="565920"/>
              <a:ext cx="66240" cy="163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fr-MA" sz="1800" b="0" u="none" strike="noStrike">
                <a:solidFill>
                  <a:srgbClr val="363739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69" name="Rectangle: Rounded Corners 11"/>
          <p:cNvSpPr/>
          <p:nvPr/>
        </p:nvSpPr>
        <p:spPr>
          <a:xfrm>
            <a:off x="381240" y="907560"/>
            <a:ext cx="4100400" cy="4075560"/>
          </a:xfrm>
          <a:prstGeom prst="roundRect">
            <a:avLst>
              <a:gd name="adj" fmla="val 11838"/>
            </a:avLst>
          </a:prstGeom>
          <a:solidFill>
            <a:schemeClr val="bg1"/>
          </a:solidFill>
          <a:ln w="76200">
            <a:solidFill>
              <a:srgbClr val="FB9D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MA" sz="1800" b="0" u="none" strike="noStrike">
              <a:solidFill>
                <a:srgbClr val="363739"/>
              </a:solidFill>
              <a:effectLst/>
              <a:uFillTx/>
              <a:latin typeface="Aptos"/>
            </a:endParaRPr>
          </a:p>
        </p:txBody>
      </p:sp>
      <p:sp>
        <p:nvSpPr>
          <p:cNvPr id="70" name="TextBox 12"/>
          <p:cNvSpPr/>
          <p:nvPr/>
        </p:nvSpPr>
        <p:spPr>
          <a:xfrm>
            <a:off x="1286280" y="306000"/>
            <a:ext cx="41425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fr-FR" sz="1900" b="0" u="none" strike="noStrike">
                <a:solidFill>
                  <a:schemeClr val="lt1"/>
                </a:solidFill>
                <a:effectLst/>
                <a:uFillTx/>
                <a:latin typeface="Broadway"/>
              </a:rPr>
              <a:t>FDS </a:t>
            </a:r>
            <a:r>
              <a:rPr lang="fr-FR" sz="1900" b="0" u="none" strike="noStrike">
                <a:solidFill>
                  <a:srgbClr val="FB9D01"/>
                </a:solidFill>
                <a:effectLst/>
                <a:uFillTx/>
                <a:latin typeface="Broadway"/>
              </a:rPr>
              <a:t>: </a:t>
            </a:r>
            <a:r>
              <a:rPr lang="fr-FR" sz="1900" b="0" u="none" strike="noStrike">
                <a:solidFill>
                  <a:schemeClr val="lt1"/>
                </a:solidFill>
                <a:effectLst/>
                <a:uFillTx/>
                <a:latin typeface="Broadway"/>
              </a:rPr>
              <a:t>Fiche de Données de Sécurité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 Black"/>
            </a:endParaRPr>
          </a:p>
        </p:txBody>
      </p:sp>
      <p:sp>
        <p:nvSpPr>
          <p:cNvPr id="71" name="name"/>
          <p:cNvSpPr/>
          <p:nvPr/>
        </p:nvSpPr>
        <p:spPr>
          <a:xfrm>
            <a:off x="164160" y="5090760"/>
            <a:ext cx="4534200" cy="1672560"/>
          </a:xfrm>
          <a:prstGeom prst="roundRect">
            <a:avLst>
              <a:gd name="adj" fmla="val 7425"/>
            </a:avLst>
          </a:prstGeom>
          <a:solidFill>
            <a:schemeClr val="bg1"/>
          </a:solidFill>
          <a:ln w="76200">
            <a:solidFill>
              <a:srgbClr val="FB9D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50000"/>
              </a:lnSpc>
            </a:pPr>
            <a:r>
              <a:rPr lang="fr-MA" sz="1400" b="1" i="1" u="sng" strike="noStrike">
                <a:solidFill>
                  <a:schemeClr val="dk1"/>
                </a:solidFill>
                <a:effectLst/>
                <a:uFillTx/>
                <a:latin typeface="Bahnschrift SemiLight SemiConde"/>
              </a:rPr>
              <a:t>Nom du produit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QR Code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01120" y="1015200"/>
            <a:ext cx="3860640" cy="386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roduct name"/>
          <p:cNvSpPr/>
          <p:nvPr/>
        </p:nvSpPr>
        <p:spPr>
          <a:xfrm>
            <a:off x="249480" y="5609880"/>
            <a:ext cx="43851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fr-MA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(product_name)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Pictograms"/>
          <p:cNvSpPr/>
          <p:nvPr/>
        </p:nvSpPr>
        <p:spPr>
          <a:xfrm>
            <a:off x="260640" y="6132960"/>
            <a:ext cx="4363200" cy="57492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fr-MA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</TotalTime>
  <Application>LibreOffice/26.2.1.2$Windows_X86_64 LibreOffice_project/620$Build-2</Application>
  <AppVersion>15.0000</AppVersion>
  <Words>16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2026-03-11T08:49:54Z</dcterms:created>
  <dc:creator>HATIM RAGHIB</dc:creator>
  <dc:description/>
  <dc:language>en-US</dc:language>
  <cp:lastModifiedBy/>
  <dcterms:modified xsi:type="dcterms:W3CDTF">2026-03-24T22:09:23Z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Custom</vt:lpwstr>
  </property>
  <property fmtid="{D5CDD505-2E9C-101B-9397-08002B2CF9AE}" pid="4" name="Slides">
    <vt:i4>1</vt:i4>
  </property>
</Properties>
</file>